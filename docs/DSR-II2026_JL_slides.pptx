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49"/>
  </p:notesMasterIdLst>
  <p:handoutMasterIdLst>
    <p:handoutMasterId r:id="rId50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90" r:id="rId22"/>
    <p:sldId id="1389" r:id="rId23"/>
    <p:sldId id="1388" r:id="rId24"/>
    <p:sldId id="1391" r:id="rId25"/>
    <p:sldId id="1392" r:id="rId26"/>
    <p:sldId id="1393" r:id="rId27"/>
    <p:sldId id="1394" r:id="rId28"/>
    <p:sldId id="1395" r:id="rId29"/>
    <p:sldId id="1398" r:id="rId30"/>
    <p:sldId id="1399" r:id="rId31"/>
    <p:sldId id="1402" r:id="rId32"/>
    <p:sldId id="1400" r:id="rId33"/>
    <p:sldId id="1401" r:id="rId34"/>
    <p:sldId id="1403" r:id="rId35"/>
    <p:sldId id="1376" r:id="rId36"/>
    <p:sldId id="1379" r:id="rId37"/>
    <p:sldId id="1377" r:id="rId38"/>
    <p:sldId id="1380" r:id="rId39"/>
    <p:sldId id="1397" r:id="rId40"/>
    <p:sldId id="1378" r:id="rId41"/>
    <p:sldId id="1357" r:id="rId42"/>
    <p:sldId id="1327" r:id="rId43"/>
    <p:sldId id="1329" r:id="rId44"/>
    <p:sldId id="1328" r:id="rId45"/>
    <p:sldId id="1396" r:id="rId46"/>
    <p:sldId id="1383" r:id="rId47"/>
    <p:sldId id="1067" r:id="rId48"/>
  </p:sldIdLst>
  <p:sldSz cx="12192000" cy="6858000"/>
  <p:notesSz cx="6669088" cy="9926638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29" userDrawn="1">
          <p15:clr>
            <a:srgbClr val="A4A3A4"/>
          </p15:clr>
        </p15:guide>
        <p15:guide id="2" pos="628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691" autoAdjust="0"/>
  </p:normalViewPr>
  <p:slideViewPr>
    <p:cSldViewPr>
      <p:cViewPr varScale="1">
        <p:scale>
          <a:sx n="100" d="100"/>
          <a:sy n="100" d="100"/>
        </p:scale>
        <p:origin x="912" y="90"/>
      </p:cViewPr>
      <p:guideLst>
        <p:guide orient="horz" pos="3929"/>
        <p:guide pos="6289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" y="742950"/>
            <a:ext cx="6618288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4837"/>
            <a:ext cx="5335270" cy="44679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6399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2EC3-C4BB-6881-5507-E42B6B13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8663B-3325-6106-CACC-985D4EFC6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E0070-8B3B-D76E-4A3A-2BEFF328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78710-CCCE-0E12-419C-DAC1CE9E0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8715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4CCD-C91D-8BF7-190B-D3CB3C68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D6C360-C074-A2AB-8D37-C020B85BD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87DC93-9629-F02F-47A7-11333C123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AED727-B2F8-128D-209F-8E88817D4F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19004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FECE-412F-3B5F-FFD8-13E949BF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AFC8E-C1DB-4081-3E60-298F67705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89A6E-0204-8BE2-C807-33474B9EA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43B54-FE54-3046-3423-85E0CB5D7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80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91BEF-C169-94BB-AADD-4A6C5F7F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451805-41EC-A753-0175-27ED4B5D1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EDF2F-45B2-6E2D-C0B3-6FC5E5837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AB4CB-061C-7A59-5544-8D30750F1E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9881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4345-8F17-3B73-3016-AB1DAD854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882E8-DED9-989B-6517-7206095A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F1BC6-7CF6-519B-9867-1753588E2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99E6D-D4BE-DFF0-0F19-EC2859E12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0657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17" Type="http://schemas.openxmlformats.org/officeDocument/2006/relationships/image" Target="../media/image6.svg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rstudio.github.io/cheatsheets/html/data-transformation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plyr.tidyverse.org/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gplot2.tidyverse.org/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cran.r-project.org/doc/manuals/r-patched/packages/stats/refman/stats.html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22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Março 2026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AECCD5C1-1ACD-14CB-B01D-C5A3BC290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https://r4ds.hadley.nz/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4"/>
              </a:rPr>
              <a:t>https://tidyverse.org/</a:t>
            </a: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>
            <a:cxnSpLocks/>
          </p:cNvCxnSpPr>
          <p:nvPr/>
        </p:nvCxnSpPr>
        <p:spPr bwMode="auto">
          <a:xfrm flipV="1">
            <a:off x="4655840" y="1701801"/>
            <a:ext cx="381642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3719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4439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3863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4511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4007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4727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5087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5663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6312024" y="4634086"/>
            <a:ext cx="216046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BDD806F5-52F7-F7E2-9CDF-96C16F5F41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5373216"/>
            <a:ext cx="90005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https://cran.r-project.org/doc/manuals/r-patched/packages/stats/refman/stats.html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606ECA-7BCD-4CEF-684F-09FB8A798C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4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1.0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D5FF26-4442-4905-4857-9B725AEAF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z = [-Inf, Inf]</a:t>
            </a:r>
            <a:endParaRPr lang="pt-PT" sz="1200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   </a:t>
            </a:r>
            <a:r>
              <a:rPr lang="sv-SE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p_y = [0, 1]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y = {0, 1}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4D4D51-0623-C1C3-C092-6851F07A8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37" y="2122903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25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slope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=-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"dashed"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color=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darkgray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E8045F-3116-35D6-50EE-08667E5A2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9648" y="2149758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1076E-B8CE-BE66-7463-BD4BA377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56BC6236-A143-C97D-77CA-B8C956B97EFA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060E1B81-C50D-BF70-2B0D-CCDE627D4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41E08636-42A7-99A2-4CD6-9D6D8F59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AE64D192-637F-33B3-4B78-39C5D424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1D9BDCF-1806-094E-B6B1-76758D89C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22  2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1 15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extra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digits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box.palette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RdBu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9938055-AFE2-80F2-5A59-3F74E4EB2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348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5B74-F02B-133F-2CED-63B18815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723A6D-6007-FA6C-ECA6-3819207E10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51DD8C3B-3A28-A3E2-ECE0-2C7BC4C42F6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6D9BC0D-057E-A9AF-1335-3CF16E6FE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84936C53-18AA-0256-933A-8780302E0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1F158B33-AF7E-3B2A-C5E0-96BF8D24E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C810C02C-D71C-96CF-6DC3-4D8F8BDD1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349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DC64E-0B55-6391-C9CC-FD93AC1CD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7EA68F-5246-4A87-C101-5F2D71DB89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043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1929334E-A1F5-EFDE-8F8E-4FF42552316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906C8396-A7D1-7000-D8D0-1839B35B5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D5D5427-1773-9EC3-FD3C-21B0FB5268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045DD69A-345C-1593-5D4B-CE4B5A6DF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80F0D5EE-91E3-EC1E-D23E-08EDB0623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8403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DFA2-E7FC-5FEA-9D1D-4CC3E7AC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86C89C83-5018-44EF-AED6-6F35916CE445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309D9A1-C1AD-4067-42D3-9BBE41ECA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E61BAA68-AE16-7EA8-1AB0-36BFBC8A3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371E49CF-354B-CFEB-C970-5A063EACB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DAD0929C-855F-3483-7A5F-29177A44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NeuralNetTools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trace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21  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2 17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bord_col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pos_col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black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neg_col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9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#Bias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(-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#Input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round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wts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#Output</a:t>
            </a:r>
          </a:p>
          <a:p>
            <a:pPr algn="just">
              <a:spcBef>
                <a:spcPts val="600"/>
              </a:spcBef>
            </a:pPr>
            <a:endParaRPr lang="en-US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1AB1F1AD-D7DD-3B1B-3906-71451893D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257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CB0F6-A4E3-A944-CEA1-82EAF5F4F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6AC629C-D30D-73BE-BA97-FE9BE7B7B6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58307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9C58DB2C-52AB-96DC-2356-264613F59A9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41107A0D-4D27-F6A3-349C-EC9AA43C2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48D2651-0851-E5D0-0BBF-E662C37D4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712278CC-789A-F595-BDDF-46F9543EF0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2148E2D1-8108-1EBD-2DA2-ED7A4904FD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5477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5122-B113-2741-BF31-3F8633694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DFBD7B-8CD1-F1C0-9205-3F3EB310B3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8340" y="2132856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ABA9451A-42C6-95EE-397E-E57B898FD433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D4BAFF7D-D593-6E89-E598-E5EE9FCB6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FC14A178-5966-86C3-2D0C-27E34F6535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FEF135AA-1C23-3770-259B-D4FF75EEC2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EAF114A3-6120-E9F7-5CE3-647D9DD0E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52748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3C2698-AF24-F13F-6CF7-F4A120122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599" y="3427057"/>
            <a:ext cx="3835512" cy="25202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851020"/>
              </a:xfrm>
              <a:prstGeom prst="rect">
                <a:avLst/>
              </a:prstGeom>
              <a:blipFill>
                <a:blip r:embed="rId4"/>
                <a:stretch>
                  <a:fillRect l="-847" t="-1980" b="-3927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32605-94AC-BBFC-F37C-DD21FD7F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B20E2D-1E1F-CFDE-D356-A0A3B25C1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5088" y="3635735"/>
            <a:ext cx="3959238" cy="26015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4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>
            <a:extLst>
              <a:ext uri="{FF2B5EF4-FFF2-40B4-BE49-F238E27FC236}">
                <a16:creationId xmlns:a16="http://schemas.microsoft.com/office/drawing/2014/main" id="{0D3327EF-CA35-1DDA-EEC9-6924252129F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63F2FFE3-EE77-555E-8A5A-4E8D9F973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9EF34AA-DB97-02CB-8953-B98D6102F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57941C65-3071-D3B8-364E-6A9FCCEDF0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6382609D-70C7-56FA-2834-2F235010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503DD20C-DD48-7651-5AF0-3F28A98C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38847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411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36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True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>
                  <a:spcBef>
                    <a:spcPts val="1200"/>
                  </a:spcBef>
                </a:pP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2" name="Text Box 13">
                <a:extLst>
                  <a:ext uri="{FF2B5EF4-FFF2-40B4-BE49-F238E27FC236}">
                    <a16:creationId xmlns:a16="http://schemas.microsoft.com/office/drawing/2014/main" id="{BC4AD219-9BC9-B2E2-D663-018CCF766C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356" y="2132856"/>
                <a:ext cx="7920432" cy="4093428"/>
              </a:xfrm>
              <a:prstGeom prst="rect">
                <a:avLst/>
              </a:prstGeom>
              <a:blipFill>
                <a:blip r:embed="rId3"/>
                <a:stretch>
                  <a:fillRect l="-769" b="-178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AC8C31-3CF4-4782-15B7-E2F0C00A5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1800416"/>
              </p:ext>
            </p:extLst>
          </p:nvPr>
        </p:nvGraphicFramePr>
        <p:xfrm>
          <a:off x="2044390" y="2132856"/>
          <a:ext cx="4032448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2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Real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>
                          <a:solidFill>
                            <a:schemeClr val="bg1"/>
                          </a:solidFill>
                        </a:rPr>
                        <a:t>Predicted</a:t>
                      </a:r>
                      <a:endParaRPr lang="pt-PT" sz="175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 (P.)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 (N.)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265" y="2133600"/>
            <a:ext cx="3762523" cy="3762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293933" y="3845584"/>
            <a:ext cx="3762523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10" name="Text Box 376">
            <a:extLst>
              <a:ext uri="{FF2B5EF4-FFF2-40B4-BE49-F238E27FC236}">
                <a16:creationId xmlns:a16="http://schemas.microsoft.com/office/drawing/2014/main" id="{2E00BAB9-9D34-94B2-0F83-8484228B8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gitlab.com,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31.12.2025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29.02.2026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|DSR-II2026_slides_20260101.pptx      #slides [v2026-01-01]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|DSR-II2026_slides_20260229.pptx      #slides [v2026-02-29]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74704</TotalTime>
  <Words>2811</Words>
  <Application>Microsoft Office PowerPoint</Application>
  <PresentationFormat>Widescreen</PresentationFormat>
  <Paragraphs>538</Paragraphs>
  <Slides>45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45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2961</cp:revision>
  <cp:lastPrinted>2026-02-25T18:09:40Z</cp:lastPrinted>
  <dcterms:created xsi:type="dcterms:W3CDTF">2004-01-14T16:14:16Z</dcterms:created>
  <dcterms:modified xsi:type="dcterms:W3CDTF">2026-03-17T16:28:25Z</dcterms:modified>
</cp:coreProperties>
</file>